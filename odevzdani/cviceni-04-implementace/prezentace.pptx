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Oproti wireframu ukazujeme současný hotový web s vlastní vizuální identitou, češtinou a angličtinou a rozšířenými funkcemi. Základem zůstává HTML, CSS a JavaScript bez backendu a instalačního kroku. Balíček obsahuje dnešní verzi webu, nikoli nedoložený historický stav ze cvičení. Při prezentaci se zaměříme na mobilní i desktopové zobrazení, funkční navigaci a dva stejné scénáře jako v prototypu.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Povinné obsahové části již neexistují jako oddělené ukázky. Z interpreta lze přejít ke koncertu a ze scény do filtrovaného programu. Hledání pokrývá všechna data včetně popisů. K jádru přibyly vstupenky na jeden, dva nebo tři dny, košík, kemp a PDF. Registrace i historie jsou lokální pro prohlížeč, účet není povinný. Vstup lze zvolit na všechny scény nebo jen na jednu. Main Hall má sedadla i stání, River a Club pouze stání. Každá scéna má vlastní kapacitu a společný vstup se do všech započítá. Tři závěrečné koncerty denně navazují s půlhodinou na přesun; plné běžné sety se mezi scénami mohou překrývat.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 včetně ukázky] Ukážeme stejnou stránku v úzké a široké podobě. Flexbox se hodí na navigaci a ovládací řádky, Grid na více řad obsahových karet. Pružná typografie a sloupce využívají dostupný prostor. Zkoušíme přetékání, čitelnost, formuláře a dosah na hlavní akce. Prázdný úvod nestačí: rozhraní musí fungovat i s dlouhými názvy, chybovým stavem, otevřeným dialogem nebo naplněným košíkem. Automatické ověření šířek doplňuje vizuální kontrola těchto stavů.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 včetně ukázky] Nejprve předvedeme filtr prvního dne a River Stage a uložíme koncert do osobního programu. Potom přes globální hledání najdeme DARKZY, otevřeme detail a přejdeme ke koncertu. Sledujeme správnost údajů a srozumitelnost cesty, ne pouze animace. Krátce ukážeme focus klávesnice, zavření dialogu a návrat k obsahu. Stejné ID propojuje seznam i detail, takže nevznikají rozdílné ručně napsané časy. Tyto scénáře budou moci zopakovat hodnotitelé v dalším milníku.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Přístupnost řešíme konkrétními prvky: sémantikou, popisky, focusy a chybovými zprávami. Technické SEO stojí na obsahu, jedinečných titulcích a srozumitelném propojení. JSON-LD je strojově čitelný popis festivalu vložený do stránky, nenahrazuje XML zdroj dat. Pro generativní vyhledávání nevytváříme smyšlená hodnocení ani údajně povinný speciální AI soubor. Dokumentace uvádí konkrétní zdroje Google Search Central a WAI a jejich uplatnění. Plnou shodu s WCAG bez auditu netvrdíme.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AI pomáhala s grafickým směrem, texty, kódem a testovacími skripty. Přijali jsme vlastní typografickou identitu, ale upravili navigaci a konkrétní obsah podle zpětné vazby. Nepřevzali jsme cizí logo ani serverové řešení. Validátor porovnává XML s přibalenými daty a browserové testy ověřují hledání, účty, ceny i obsazenost. PDF kontrolujeme jako skutečný soubor. Výsledky a limity uvádí validation_report.md. Skutečné fotografie mají kredity; oproti požadavku na AI obrázky jde o výslovně popsanou odchylku, nikoli AI generované portréty. Zaznamenané datové a browserové kontroly prošly; přesný rozsah je v reportu, ne v odhadu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55000" y="0"/>
            <a:ext cx="3937000" cy="68580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5000" y="0"/>
            <a:ext cx="39370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FF885D"/>
                </a:solidFill>
                <a:latin typeface="Arial"/>
              </a:defRPr>
            </a:pPr>
            <a:r>
              <a:t>CVIČENÍ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93800"/>
            <a:ext cx="10985500" cy="1879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PRAGUE</a:t>
            </a:r>
          </a:p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PULSE 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492500"/>
            <a:ext cx="10858500" cy="1092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28"/>
              </a:lnSpc>
              <a:spcAft>
                <a:spcPts val="0"/>
              </a:spcAft>
              <a:defRPr sz="3800" b="1">
                <a:solidFill>
                  <a:srgbClr val="FF885D"/>
                </a:solidFill>
                <a:latin typeface="Arial"/>
              </a:defRPr>
            </a:pPr>
            <a:r>
              <a:t>První funkční implementace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889500"/>
            <a:ext cx="10858500" cy="825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Prague Pulse Fest · 1.–3. srpna 2027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Výstaviště Praha · fiktivní festival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880100"/>
            <a:ext cx="10972800" cy="330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5F6FA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PROTI PROTOTYPU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Co přibylo proti prototypu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845819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Úvod, program, účinkující, scény, info a hledání jsou</a:t>
            </a:r>
          </a:p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propojené.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43662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330962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Vlastní vizuální identita a přepínání češtiny / angličtiny.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410972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982720"/>
            <a:ext cx="10160000" cy="845819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Osobní program s kolizemi a vstup na všechny nebo jednu</a:t>
            </a:r>
          </a:p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scénu.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520954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508254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Účet není nutný k dokončení objednávky.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ROZLOŽENÍ A OVLÁDÁNÍ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Mobilní a desktopové zobrazení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Flexbox: navigace, tlačítka a řádky formulářů.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Grid: obsahové seznamy a karty podle šířky.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Pružné rozměry místo rozložení pro konkrétní telefon.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Kontrola i s otevřeným menu, dialogem a plným košíkem.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NAVIGACE A INTERAKTIVITA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Dva scénáře ve finálním rozhraní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600" y="2286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2247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S1 / 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700" y="2273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Den a River Stage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35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111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2400" y="3073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Uložit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098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Otevřít můj program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60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600" y="3937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2400" y="3898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S2 / Hledání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3924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Vyhledat DARKZY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4686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600" y="4762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2400" y="4724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Detail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700" y="4749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Zjistit čas a scénu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651500"/>
            <a:ext cx="10972800" cy="508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Ukázka: navigace, změna výsledků a práce s klávesnicí.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POUŽITÉ POSTUPY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Konkrétní principy UX, přístupnosti a SEO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Sémantické nadpisy, landmarky, popisky a viditelný focus.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Textové chyby formulářů a podpora omezeného pohybu.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Konkrétní titulky, popisy stránek a vnitřní odkazy.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JSON-LD popisuje festival; údaje mají odpovídat stránce.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DŮKAZ JE VE VÝSLEDKU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AI a kontrola implementace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AI: návrh rozhraní, obsah, kód a pomocné testy.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Upraveno: mobilní navigace, biografie a součty objednávky.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Odmítnuto: kopie cizí značky a backend mimo zadání.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Ověřeno: XML, browserové scénáře a obsah výsledného PDF.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04: První funkční implementace</dc:title>
  <dc:subject>Dodatečně připravený milník podle zadání; nikoli doložená historie semestru.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