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Tato prezentace je metodická příprava. Nemáme přidělený cizí web ani jeho specifikaci, a proto nemůžeme poctivě uvést skutečné nálezy. Před prezentací výsledků je nutné doplnit hodnocený projekt, verzi, podmínky a reálně provedené scénáře. Šablona ukazuje, jak použijeme dvě formalizované metody a jak budeme posuzovat závažnost. Není vhodné ji odevzdat jako hotové splnění cvičení šest bez doplnění výsledků. Na závěr jasně odlišíme příklady vlastního ověření od peer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Heuristická evaluace posoudí obecné principy použitelnosti, například viditelnost stavu, konzistenci a prevenci chyb. Každý hodnotitel projde web samostatně a nálezy poté sjednotíme. Kognitivní průchod sleduje konkrétní úkol: zda uživatel ví, co chce udělat, všimne si správného ovládání, spojí jej s cílem a pozná úspěch. Vybereme dva scénáře z cizí specifikace, nikoli z našeho festivalu. Doplníme mobilní zobrazení a klávesnici. Expertní odhad nevydáváme za test s reprezentativními uživateli.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Stupnici je vhodné sjednotit před hodnocením. Kritický problém znemožní důležitý úkol, významný způsobuje chyby nebo zásadní nejistotu, drobný má omezený místní dopad. Nestačí každé nepohodlí označit za kritické. U nálezu vysvětlíme, komu brání, v jaké situaci a zda existuje obcházení. Pokud se neshodneme, vrátíme se ke scénáři a důkazu. Doporučení se pak řadí podle dopadu a ne podle toho, který problém nejvíce zaujal na screenshotu.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Každý nález potřebuje stránku a přesné kroky. Doplníme očekávaný a skutečný stav a screenshot nebo jiný důkaz. Propojíme jej s heuristikou nebo konkrétní otázkou kognitivního průchodu. Závažnost zdůvodníme dopadem na úkol a navrhneme změnu, která problém řeší. U prezentace vybereme tři až pět nejsilnějších reálných nálezů. V této připravené verzi jejich místa zůstávají nedoplněná, protože cizí projekt nebyl předán. Prázdné výsledky nelze nahradit věrohodně znějícími domněnkami.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vlastním projektu lze ukázat rozdíl mezi důkazem a tvrzením. Datový validátor skutečně spočítá entity a ověří reference, ale nezměří srozumitelnost rozhraní. Architektura localStorage dokládá místní ukládání, nikoli sdílené účty. A absence cizího webu znamená, že peer review není provedeno. Tyto příklady jsou označené jako vlastní ověření Prague Rocks a nesmějí se objevit v tabulce nálezů jiného týmu. Po přidělení projektu je nahradíme skutečně pozorovanými případy.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 dokončení potřebujeme skutečný cizí projekt, jeho specifikaci a klíčové scénáře. Potom doplníme identifikaci verze, podmínky, dva průchody a tři až pět reálných nálezů. Zkontrolujeme shodu tabulky review a prezentace. AI může pomoci se stručností, strukturou a návrhem otázek, ale nesmí vytvářet neověřené problémy ani výpovědi testerů. Hodnotitel má každý nález osobně zopakovat. Takto připravené review bude konkrétní, spravedlivé a použitelné pro změny hodnoceného projektu.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900" y="0"/>
            <a:ext cx="3340100" cy="68580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2476500" cy="3501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6"/>
              </a:lnSpc>
              <a:spcAft>
                <a:spcPts val="0"/>
              </a:spcAft>
              <a:defRPr sz="1820" b="1">
                <a:solidFill>
                  <a:srgbClr val="F4F0E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2476500" cy="513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6"/>
              </a:lnSpc>
              <a:spcAft>
                <a:spcPts val="0"/>
              </a:spcAft>
              <a:defRPr sz="2860" b="1">
                <a:solidFill>
                  <a:srgbClr val="F4F0E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41400"/>
            <a:ext cx="2641600" cy="196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7"/>
              </a:lnSpc>
              <a:spcAft>
                <a:spcPts val="0"/>
              </a:spcAft>
              <a:defRPr sz="845" b="1">
                <a:solidFill>
                  <a:srgbClr val="F4F0E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6950" y="463550"/>
            <a:ext cx="115570" cy="56134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536700"/>
            <a:ext cx="78740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F0E7"/>
                </a:solidFill>
                <a:latin typeface="Arial"/>
              </a:defRPr>
            </a:pPr>
            <a:r>
              <a:t>CVIČENÍ 06 / METODICKÁ ŠABLONA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600" y="2133600"/>
            <a:ext cx="8001000" cy="209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Review potřebuje</a:t>
            </a:r>
          </a:p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skutečný důkaz.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4724400"/>
            <a:ext cx="7747000" cy="1104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Cizí projekt dosud nebyl poskytnut.</a:t>
            </a:r>
          </a:p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Toto nejsou hotové výsledky peer review.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0200" y="889000"/>
            <a:ext cx="2667000" cy="961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067"/>
              </a:lnSpc>
              <a:spcAft>
                <a:spcPts val="0"/>
              </a:spcAft>
              <a:defRPr sz="5700" b="1">
                <a:solidFill>
                  <a:srgbClr val="181817"/>
                </a:solidFill>
                <a:latin typeface="Arial"/>
              </a:defRPr>
            </a:pPr>
            <a:r>
              <a:t>1—3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200" y="1765300"/>
            <a:ext cx="2667000" cy="551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4"/>
              </a:lnSpc>
              <a:spcAft>
                <a:spcPts val="0"/>
              </a:spcAft>
              <a:defRPr sz="3100" b="1">
                <a:solidFill>
                  <a:srgbClr val="181817"/>
                </a:solidFill>
                <a:latin typeface="Arial"/>
              </a:defRPr>
            </a:pPr>
            <a:r>
              <a:t>SRPEN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0" y="2247900"/>
            <a:ext cx="2667000" cy="7249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208"/>
              </a:lnSpc>
              <a:spcAft>
                <a:spcPts val="0"/>
              </a:spcAft>
              <a:defRPr sz="4200" b="1">
                <a:solidFill>
                  <a:srgbClr val="181817"/>
                </a:solidFill>
                <a:latin typeface="Arial"/>
              </a:defRPr>
            </a:pPr>
            <a:r>
              <a:t>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0200" y="3619500"/>
            <a:ext cx="2540000" cy="5989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PRAHA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VLTAVA PARK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0200" y="5054600"/>
            <a:ext cx="2540000" cy="8823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CVIČENÍ</a:t>
            </a:r>
          </a:p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F4F0E7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F4F0E7"/>
                </a:solidFill>
                <a:latin typeface="Arial"/>
              </a:defRPr>
            </a:pPr>
            <a:r>
              <a:t>06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PLÁN EXPERTNÍHO HODNOCENÍ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Dvě metody, odlišný pohled.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Nielsenovy heuristiky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Stav systému, konzistence, prevence chyb, kontrola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uživatele a srozumitelná pomoc.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Nález přiřadit konkrétnímu pravidlu.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Kognitivní průchod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Dva scénáře z cizí specifikace, krok po kroku.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Ví uživatel co udělat, najde ovládání a pozná výsledek?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Doplněk: úzký viewport, klávesnice, navigace a interaktivní stavy.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PŘEDEM SJEDNOCENÁ STUPNICE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Závažnost určuje dopad.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Kritický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Klíčový scénář nelze dokončit a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neexistuje rozumná náhradní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cesta.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Doložit konkrétní blokující krok.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Významný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Cesta existuje, ale opakovaně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vede k chybám nebo zásadní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nejistotě.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Popsat náklady a četnost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problému.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Drobný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Lokální nesrovnalost či čitelnost;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cíl zůstává dosažitelný.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Oddělit od pouhé preference.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ŠABLONA SKUTEČNÉHO NÁLEZU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Od pozorování k doporučení.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946400"/>
            <a:ext cx="2552700" cy="17653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F4F0E7"/>
                </a:solidFill>
                <a:latin typeface="Arial"/>
              </a:defRPr>
            </a:pPr>
            <a:r>
              <a:t>Kroky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F4F0E7"/>
                </a:solidFill>
                <a:latin typeface="Arial"/>
              </a:defRPr>
            </a:pPr>
            <a:r>
              <a:t>Stránka + akce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8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1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Důkaz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Skutečný stav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63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4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Dopad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Cíl + závažnost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3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05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6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Návrh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6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Konkrétní oprava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52070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R01–R05: doplnit až po průchodu skutečným cizím projektem.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Screenshot bez vysvětlení dopadu nestačí.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VLASTNÍ OVĚŘENÍ / PRAGUE ROCKS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Příklady nejsou cizí review.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Datové minimum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Builder kontroluje 3 dny, 3 scény,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60 interpretů a 60 akcí.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Důkaz rozsahu, nikoli kvality 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Místní úložiště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Stav patří jednomu prohlížeči;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není sdílený JSON na serveru.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Hranice klientského zadání.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Chybějící podklady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Cizí web a přijaté review nebyly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dodány.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Nelze tvrdit nálezy ani jejich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zapracování.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VÝSLEDKY, OVĚŘENÍ A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Před odevzdáním doplnit.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Povinné podklady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Hodnocený web + specifikace. Dva průchody. 3–5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skutečných nálezů.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Důkazy, závažnost a doporučení.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AI a odpovědnost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AI pomohla připravit metodiku a strukturu zápisu.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Každý nález hodnotitel osobně ověří a obhájí.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review.md i tyto snímky musí odrážet stejné skutečné výsledky.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Rocks — cvičení 06: Metodika cross-review — nutno doplnit</dc:title>
  <dc:subject>Dodatečně připravený milník podle zadání; nikoli doložená historie semestru.</dc:subject>
  <dc:creator>Prague Rocks Festival — projektové podklady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