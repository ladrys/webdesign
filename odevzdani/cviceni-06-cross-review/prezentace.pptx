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s] Toto je metodická šablona, ne dokončené hodnocení cizího webu. Přidělený projekt ani jeho specifikace nebyly poskytnuty. Připravený je postup, dvě metody a struktura evidence; po skutečném hodnocení musíme doplnit identitu cizího projektu a tři až pět ověřených nálezů. Jeho hodnoty nenahrazujeme zjištěními z našeho festivalu. Následující poznámky slouží jako osnova pro přibližně čtyřminutovou prezentaci po vyplnění.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 po doplnění] Uveďte název cizího projektu a verzi, kterou jste opravdu hodnotili. Převezměte dva scénáře z jeho specifikace a řekněte, co mělo být výsledkem. Doplňte datum a podmínky provedení. Nepoužívejte dnešní datum nebo jména jako náhradu za neprovedené hodnocení. Připravená šablona je pouze současný výstup přípravy; po provedení tento bod nahraďte konkrétním pokrokem od minulého cvičení. Rozhodněte, které nálezy mají největší dopad na dokončení scénářů.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Heuristické hodnocení přiřazuje zjištění ke konkrétním pravidlům, ne k osobnímu vkusu. Při kognitivním průchodu se u každého kroku ptáme, zda uživatel zná cíl, najde správný prvek, spojí si ho s cílem a pozná správný výsledek. Metody se doplňují: první hledá opakující se problémy rozhraní, druhá překážky konkrétního úkolu. Do skutečné prezentace doplňte, kde každá metoda vedla k nálezu. Expertní průchod nezaměňujte za experiment s reprezentativním vzorkem uživatelů.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U každého nálezu doplňte reprodukovatelné kroky a důkaz, například screenshot s kontextem. Závažnost se odvozuje od dopadu: kritická chyba brání klíčovému úkolu bez rozumné náhrady, významná způsobuje chyby nebo nejistotu a drobná nebrání dosažení cíle. Samotné chybějící slovo bez kontextu není automaticky kritický problém. Každý návrh opravy spojte s příčinou. Rozlišujte mezi problémem použitelnosti a grafickou preferencí. Přesný formulář je připraven v review.md.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[60–90 s po doplnění] Nahraďte tento snímek třemi až pěti skutečnými nálezy cizího projektu. Pro každý stručně řekněte, co se stalo, proč to uživateli vadí a jak problém opravit. Nejzávažnější příklad podpořte krátkou ukázkou nebo screenshotem; pokud potřebujete, použijte více místa a zkraťte ostatní snímky. V této šabloně žádné nálezy nejsou a R01 až R05 nejsou tvrzením o existenci chyb. Celý projev včetně ukázek má zůstat do pěti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 po doplnění] AI pomohla připravit tuto metodiku a formulář. Nenahrazuje pozorování cizího projektu a v tuto chvíli z ní nepochází ověřené nálezy. Při skutečném review uveďte konkrétní návrh AI, jeho kontrolu a přijetí či odmítnutí. Například domnělý problém můžete odmítnout, pokud opakovaný průchod ukáže správnou cestu. Na závěr doporučte pořadí oprav podle dopadu. Před odevzdáním šablonu nahraďte skutečným review a zkontrolujte důkazy i čas prezentace.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1200" y="609600"/>
            <a:ext cx="76200" cy="3810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7900" y="647700"/>
            <a:ext cx="10502900" cy="317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360"/>
              </a:lnSpc>
              <a:spcAft>
                <a:spcPts val="0"/>
              </a:spcAft>
              <a:defRPr sz="2000" b="1">
                <a:solidFill>
                  <a:srgbClr val="191B20"/>
                </a:solidFill>
                <a:latin typeface="Arial"/>
              </a:defRPr>
            </a:pPr>
            <a:r>
              <a:t>PRAGUE PULSE 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1200" y="1600200"/>
            <a:ext cx="10769600" cy="241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E55024"/>
                </a:solidFill>
                <a:latin typeface="Arial"/>
              </a:defRPr>
            </a:pPr>
            <a:r>
              <a:t>CVIČENÍ 06 · K DOPLNĚNÍ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6300"/>
            <a:ext cx="10795000" cy="1816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5376"/>
              </a:lnSpc>
              <a:spcAft>
                <a:spcPts val="0"/>
              </a:spcAft>
              <a:defRPr sz="4800" b="1">
                <a:solidFill>
                  <a:srgbClr val="191B20"/>
                </a:solidFill>
                <a:latin typeface="Arial"/>
              </a:defRPr>
            </a:pPr>
            <a:r>
              <a:t>Cross-review: šablona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1200" y="4191000"/>
            <a:ext cx="10769600" cy="1016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626773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5600700"/>
            <a:ext cx="107696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242"/>
              </a:lnSpc>
              <a:spcAft>
                <a:spcPts val="0"/>
              </a:spcAft>
              <a:defRPr sz="1900" b="0">
                <a:solidFill>
                  <a:srgbClr val="191B20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VYPLNIT PODLE SKUTEČNÉHO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Podklady a podmínky hodnocení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Hodnocený projekt, tým a přesná verze: doplnit.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Dva scénáře z jeho specifikace: doplnit.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Datum, hodnotitelé, prohlížeč a rozlišení: doplnit.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Od minula: připravena metodika a záznamový formulář.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JAK HODNOCENÍ PROVÉST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Dvě formalizované metody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Nielsenovy heuristiky: stav, konzistence a prevence chyb.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Kognitivní průchod: dva scénáře krok za krokem.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U kroku: cíl → nalezení ovládání → akce → zpětná vazba.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Doplnit mobil, klávesnici a prázdné či chybové stavy.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POŽADOVANÁ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Jak zapsat nález a jeho závažnost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Stránka a kroky → očekávaný a skutečný výsledek.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Metoda, důkaz a dopad na uživatelův cíl.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Kritický: blokuje cíl; významný: zásadně komplikuje cestu.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Drobný: místní problém; vždy připojit návrh opravy.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DOPLNIT SKUTEČNÉ VÝSLEDKY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Tři až pět hlavních nálezů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R01: problém, závažnost, důkaz a doporučení — doplnit.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R02: problém, závažnost, důkaz a doporučení — doplnit.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R03: problém, závažnost, důkaz a doporučení — doplnit.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R04–R05: přidat pouze ověřené a podstatné nálezy.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1200" y="457200"/>
            <a:ext cx="1076960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626773"/>
                </a:solidFill>
                <a:latin typeface="Arial"/>
              </a:defRPr>
            </a:pPr>
            <a:r>
              <a:t>DOPLNIT PODLE PROVEDENÉ PRÁCE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11200" y="876300"/>
            <a:ext cx="622300" cy="508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57300"/>
            <a:ext cx="10795000" cy="1168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191B20"/>
                </a:solidFill>
                <a:latin typeface="Arial"/>
              </a:defRPr>
            </a:pPr>
            <a:r>
              <a:t>AI a vlastní ověření nálezů</a:t>
            </a:r>
          </a:p>
        </p:txBody>
      </p:sp>
      <p:sp>
        <p:nvSpPr>
          <p:cNvPr id="6" name="Rectangle 5"/>
          <p:cNvSpPr/>
          <p:nvPr/>
        </p:nvSpPr>
        <p:spPr>
          <a:xfrm>
            <a:off x="723900" y="2273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146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AI nyní: návrh metodiky a struktury formuláře.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3900" y="2971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44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Každý budoucí nález zopakovat na hodnoceném webu.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3900" y="36703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6800" y="35433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Zapsat přijatý, upravený i odmítnutý návrh AI a důvod.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3900" y="4368800"/>
            <a:ext cx="101600" cy="101600"/>
          </a:xfrm>
          <a:prstGeom prst="rect">
            <a:avLst/>
          </a:prstGeom>
          <a:solidFill>
            <a:srgbClr val="E55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800" y="4241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191B20"/>
                </a:solidFill>
                <a:latin typeface="Arial"/>
              </a:defRPr>
            </a:pPr>
            <a:r>
              <a:t>Závěr po doplnění: doporučit priority oprav cizímu týmu.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1200" y="6248400"/>
            <a:ext cx="10769600" cy="12700"/>
          </a:xfrm>
          <a:prstGeom prst="rect">
            <a:avLst/>
          </a:prstGeom>
          <a:solidFill>
            <a:srgbClr val="DFE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6438900"/>
            <a:ext cx="9652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626773"/>
                </a:solidFill>
                <a:latin typeface="Arial"/>
              </a:defRPr>
            </a:pPr>
            <a:r>
              <a:t>ŠABLONA · doplnit skutečný cizí projekt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7700" y="6413500"/>
            <a:ext cx="6731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626773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06: Cross-review — šablona k doplnění</dc:title>
  <dc:subject>Dodatečně připravený milník podle zadání; nikoli doložená historie semestru.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