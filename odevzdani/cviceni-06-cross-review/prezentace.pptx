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s] Toto je metodická šablona, ne dokončené hodnocení cizího webu. Přidělený projekt ani jeho specifikace nebyly poskytnuty. Připravený je postup, dvě metody a struktura evidence; po skutečném hodnocení musíme doplnit identitu cizího projektu a tři až pět ověřených nálezů. Jeho hodnoty nenahrazujeme zjištěními z našeho festivalu. Následující poznámky slouží jako osnova pro přibližně čtyřminutovou prezentaci po vyplnění.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 po doplnění] Uveďte název cizího projektu a verzi, kterou jste opravdu hodnotili. Převezměte dva scénáře z jeho specifikace a řekněte, co mělo být výsledkem. Doplňte datum a podmínky provedení. Nepoužívejte dnešní datum nebo jména jako náhradu za neprovedené hodnocení. Připravená šablona je pouze současný výstup přípravy; po provedení tento bod nahraďte konkrétním pokrokem od minulého cvičení. Rozhodněte, které nálezy mají největší dopad na dokončení scénářů.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Heuristické hodnocení přiřazuje zjištění ke konkrétním pravidlům, ne k osobnímu vkusu. Při kognitivním průchodu se u každého kroku ptáme, zda uživatel zná cíl, najde správný prvek, spojí si ho s cílem a pozná správný výsledek. Metody se doplňují: první hledá opakující se problémy rozhraní, druhá překážky konkrétního úkolu. Do skutečné prezentace doplňte, kde každá metoda vedla k nálezu. Expertní průchod nezaměňujte za experiment s reprezentativním vzorkem uživatelů.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U každého nálezu doplňte reprodukovatelné kroky a důkaz, například screenshot s kontextem. Závažnost se odvozuje od dopadu: kritická chyba brání klíčovému úkolu bez rozumné náhrady, významná způsobuje chyby nebo nejistotu a drobná nebrání dosažení cíle. Samotné chybějící slovo bez kontextu není automaticky kritický problém. Každý návrh opravy spojte s příčinou. Rozlišujte mezi problémem použitelnosti a grafickou preferencí. Přesný formulář je připraven v review.md.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[60–90 s po doplnění] Nahraďte tento snímek třemi až pěti skutečnými nálezy cizího projektu. Pro každý stručně řekněte, co se stalo, proč to uživateli vadí a jak problém opravit. Nejzávažnější příklad podpořte krátkou ukázkou nebo screenshotem; pokud potřebujete, použijte více místa a zkraťte ostatní snímky. V této šabloně žádné nálezy nejsou a R01 až R05 nejsou tvrzením o existenci chyb. Celý projev včetně ukázek má zůstat do pěti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 po doplnění] AI pomohla připravit tuto metodiku a formulář. Nenahrazuje pozorování cizího projektu a v tuto chvíli z ní nepochází ověřené nálezy. Při skutečném review uveďte konkrétní návrh AI, jeho kontrolu a přijetí či odmítnutí. Například domnělý problém můžete odmítnout, pokud opakovaný průchod ukáže správnou cestu. Na závěr doporučte pořadí oprav podle dopadu. Před odevzdáním šablonu nahraďte skutečným review a zkontrolujte důkazy i čas prezentace.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06 · K DOPLNĚNÍ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Cross-review: šablona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VYPLNIT PODLE SKUTEČNÉHO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Podklady a podmínky hodnocení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Hodnocený projekt, tým a přesná verze: doplnit.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Dva scénáře z jeho specifikace: doplnit.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Datum, hodnotitelé, prohlížeč a rozlišení: doplnit.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Od minula: připravena metodika a záznamový formulář.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JAK HODNOCENÍ PROVÉST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Dvě formalizované metody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Nielsenovy heuristiky: stav, konzistence a prevence chyb.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Kognitivní průchod: dva scénáře krok za krokem.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U kroku: cíl → nalezení ovládání → akce → zpětná vazba.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Doplnit mobil, klávesnici a prázdné či chybové stavy.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POŽADOVANÁ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Jak zapsat nález a jeho závažnost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Stránka a kroky → očekávaný a skutečný výsledek.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Metoda, důkaz a dopad na uživatelův cíl.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Kritický: blokuje cíl; významný: zásadně komplikuje cestu.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Drobný: místní problém; vždy připojit návrh opravy.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DOPLNIT SKUTEČNÉ VÝSLEDKY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Tři až pět hlavních nálezů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R01: problém, závažnost, důkaz a doporučení — doplnit.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R02: problém, závažnost, důkaz a doporučení — doplnit.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R03: problém, závažnost, důkaz a doporučení — doplnit.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R04–R05: přidat pouze ověřené a podstatné nálezy.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DOPLNIT PODLE PROVEDENÉ PRÁCE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 a vlastní ověření nálezů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AI nyní: návrh metodiky a struktury formuláře.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Každý budoucí nález zopakovat na hodnoceném webu.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Zapsat přijatý, upravený i odmítnutý návrh AI a důvod.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Závěr po doplnění: doporučit priority oprav cizímu týmu.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06: Cross-review — šablona k doplnění</dc:title>
  <dc:subject>Webdesign: návrh, data, uživatelské scénáře a ověření Prague Pulse Fest.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