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Předáváme současnou review-ready verzi druhému týmu. Balíček obsahuje web, specifikaci, data a progress popisující stav i omezení. Materiál je připraven dodatečně ze současné implementace a nevydáváme jej za historicky doložené odevzdání. Reviewer nemusí instalovat framework ani server. Naším cílem je, aby mohl nezávisle projít klíčové úkoly a zaznamenat reprodukovatelné nálezy. Dnes nepředstavujeme výsledky cizího hodnocení; ty zatím nebyly poskytnuty.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 obsahuje všechny hlavní obsahové části, takže hodnocení nemusí stát na prázdných zástupných stránkách. K dispozici je šedesát interpretů a programových položek během tří dnů na třech scénách. Vyhledávání a filtry mají skutečný datový podklad. Doplňkové cesty zahrnují lokalitu, jazykovou volbu a objednávku. Čísla dokazují rozsah obsahu, nikoli automaticky kvalitu UX. Proto předáváme konkrétní scénáře, očekávané výsledky a známé limity, aby review nezůstalo u obecného dojmu z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Revieweři nejprve projdou plánování programu a hledání interpreta. Ve třetím scénáři zvolí první a třetí srpen a sami vyberou VIP sedadlo. V košíku přidají stan pro dvě osoby a promo PULSE10. Zkontrolují, že sleva snížila pouze vstupenky, ne kemp, a že DPH už je v ceně. PDF musí zachovat obě nesousedící data a obsahovat campingový voucher. Po nákupu se stejné sedadlo nesmí blokovat ve druhém dni jen kvůli tomuto nákupu. Použijí smyšlené kontakty a zkušební platbu.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Vlastní kontroly mají reviewerům ušetřit čas na základních chybách. Datový validátor ověřuje reference a odvozený export, browserové testy důležité interakce a různé šířky. Zvlášť kontrolujeme vyplněný košík a výsledný PDF dokument. Aktuální záznam je přiložen, včetně limitů. Automatický test ovšem nepozná každou nejasnou formulaci ani nevhodné pořadí informací. Právě proto potřebujeme nezávislé expertní hodnocení a skutečný průchod uživatelskými scénáři druhého týmu.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Klientské účty a dostupnost zůstávají jen ve stejném prohlížeči, e-mail se automaticky neodesílá. Nový offline plánek funguje bez Googlu, externí mapa až po souhlasu. Skutečné fotografie mají ověřený zdroj a licenci; Hedex a AC Slater jsou CC BY-NC-SA a nejsou určeny pro automatický přenos do komerčního projektu. Historický úvodní snímek není dokladem stavu roku 2027. Nové fotografie rekonstrukce, dopravy a náramku mají přesná data a vysvětlení. Automatické kontroly nenahrazují plný audit WCAG nebo testy s návštěvníky.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Prosíme o nálezy s přesnými kroky, důkazem a vysvětlením dopadu. Závažnost odvozujte od toho, zda problém blokuje cíl, způsobuje opakované chyby nebo jde o drobnost. Použít lze Nielsenovy heuristiky a kognitivní průchod; vlastní vizuální preference samy o sobě nejsou závada. AI může pomoci strukturovat záznam, ale každý problém musí člověk reprodukovat. Po přijetí review zapíšeme rozhodnutí a provedenou změnu do dokumentace. Zatím žádné skutečné review od druhého týmu poskytnuto nebylo. Poslední změny pocházejí z audiozpětné vazby zadavatele, což není cross-review od přiděleného jiného týmu.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05 / REVIEW-READY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Připraveno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ke kontrole.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web + specifikace + data.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Přesné scénáře pro hodnotící tým.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05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ROZSAH PŘEDÁNÍ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pro skutečný průchod.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dny programu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detailů interpretů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programových položek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Filtry · osobní program · CZ / EN · offline plánek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1/2/3 dny · sedadla / stání · kemp · profil · PDF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PROSÍME PROJÍT A ZAZNAMENAT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Tři úkoly pro hodnotící tým.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1 + River Stage → uložit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koncert → osobní program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obnovit.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Sedí filtr a zůstal výběr?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Interpret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DARKZY → DARKZY → detail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související koncert.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Je jasný datum, čas a scéna?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S3 / 1. + 3. srpna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Dva dny → vlastní VIP sedadlo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stan pro 2 → PULSE10 →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Sedí dny, sleva, kemp i DPH?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DŮKAZY PŘILOŽENÉ K WEBU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už kontrolujeme sami?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Data a chování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XML reference a shoda exportu. Hledání, program,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úložiště, košík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 v validation_report.md.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Mobil i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Přetékání, navigace, dlouhé názvy a vyplněné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formuláře.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Klávesnice a stavové změny.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Automatické testy nenahrazují nezávislé expertní hodnocení použitelnosti.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CO REVIEWER POTŘEBUJE VĚDĚT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Známé hranice jsou součást předání.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Klientské řešení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Účty, výběr i obsazenost jsou v jednom prohlížeči.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Není sdílený backend, skutečná platba ani automatický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e-mail.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Fotografie a ověření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42 fotografií + 18 vlastních plakátů; kredity na vlastní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stránce.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Dvě NC-SA fotografie jen pro nekomerční školní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použití.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Fiktivní festival není ověřený skutečný pořadatel nebo reálný prodej.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CROSS-REVIEW A POUŽITÍ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Nález musí jít zopakovat.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Od reviewerů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Stránka + kroky + očekávání + skutečnost + důkaz.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Metoda, závažnost, dopad a konkrétní doporučení.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Naše odpovědnost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web i kontroly.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přijatý nález tým ověří; změnu a důvod zapíše.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Skutečné přijaté review zatím chybí; není nahrazeno vymyšlenými nálezy.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05: Review-ready verze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