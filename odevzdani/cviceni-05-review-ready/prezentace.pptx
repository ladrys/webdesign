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Předáváme web, specifikaci a popis scénářů tak, aby jiný tým mohl samostatně provést hodnocení. Oproti návrhu už jsou dostupné všechny hlavní části, obě jazykové varianty a lokální objednávka s PDF. Podklady cvičení čtyři a pět vycházejí ze stejné současné verze: skutečné historické snapshoty nebyly poskytnuty. Netvrdíme tedy neexistující časový vývoj. Nyní ukážeme obsah balíčku, dva hlavní průchody a přesně vymezené limity.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Hodnotitel nepotřebuje náš vývojový počítač. Rozbalí web a otevře index.html; data i knihovny jsou přibalené. Ve specifikaci najde cílové skupiny a očekávané výsledky scénářů. Důležitá rozhodnutí zůstávají stejná: klientské řešení, jednotný datový zdroj a účet jako volitelná cesta. Pro každý nález potřebujeme přesnou stránku a kroky, aby šel nezávisle zopakovat. Prohlídka screenshotů sama nestačí k ověření funkčního hledání, uloženého programu nebo objednávky.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Hodnotitel postupuje podle tohoto krátkého scénáře. Nejprve ověří, že oba filtry působí společně a ukazují jen očekávané akce. Po uložení koncertu zobrazí osobní program a obnoví stránku. Výběr se má zachovat. Stejný průchod doporučujeme na mobilní šířce i desktopu a alespoň jednou klávesnicí. Když něco nefunguje, má záznam obsahovat původní stav, kroky, očekávání, skutečný výsledek a důkaz. Pouhý obecný dojem není reprodukovatelný nález.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U druhého scénáře je cílem zjistit termín známého interpreta. Hledáme DARKZY, otevřeme detail a navazující program. Porovnáme údaje se specifikací a daty. Dále zkusíme neexistující dotaz a zavření dialogu klávesou Escape. Hledání v biografiích je záměr: například dotaz David může najít i interpreta uvedeného vlastním jménem v popisu. To není chyba podobnosti jmen. Výsledky mají vysvětlit nalezený objekt a nabídnout smysluplný přechod, nikoli zobrazit pouze bezkontextový seznam.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Aktuální provedené kontroly jsou v validation_report.md. Rozlišujeme datovou správnost, automatizovaný průchod a uživatelskou srozumitelnost. Lokální stav není sdílená databáze a není přenosný mezi zařízeními. Přímé file otevření blokuje politika zdejšího testovacího prostředí; zdejší testy proto používají vývojový statický server. To není runtime požadavek odevzdaného webu. Skutečnou účast interpretů ani oficiální areál netvrdíme. Nebyl proveden úplný audit WCAG, test všech prohlížečů ani výzkum s návštěvníky.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výstupy neodevzdáváme bez kontroly. Přijali jsme strukturu dat a propojené scénáře, upravili součty a mobilní stavy a odmítli vytvoření vlastního backendu. Konkrétní ověření tvoří porovnání dat, browserové akce a čtení výsledného PDF. Jiný tým má použít alespoň dvě formalizované metody, například Nielsenovy heuristiky a kognitivní průchod. U každého nálezu chceme závažnost, způsob objevení, zdůvodnění a návrh úpravy. Přijaté externí review nebylo dodáno; technické testy za ně nevydáváme. Předaný validační report uvádí úspěšné technické průchody a samostatně jejich omezení.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1200" y="609600"/>
            <a:ext cx="76200" cy="3810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7900" y="647700"/>
            <a:ext cx="105029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191B20"/>
                </a:solidFill>
                <a:latin typeface="Arial"/>
              </a:defRPr>
            </a:pPr>
            <a:r>
              <a:t>PRAGUE PULSE 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1600200"/>
            <a:ext cx="10769600" cy="241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E55024"/>
                </a:solidFill>
                <a:latin typeface="Arial"/>
              </a:defRPr>
            </a:pPr>
            <a:r>
              <a:t>CVIČENÍ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6300"/>
            <a:ext cx="10795000" cy="1816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76"/>
              </a:lnSpc>
              <a:spcAft>
                <a:spcPts val="0"/>
              </a:spcAft>
              <a:defRPr sz="4800" b="1">
                <a:solidFill>
                  <a:srgbClr val="191B20"/>
                </a:solidFill>
                <a:latin typeface="Arial"/>
              </a:defRPr>
            </a:pPr>
            <a:r>
              <a:t>Web připravený pro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4191000"/>
            <a:ext cx="10769600" cy="1016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5600700"/>
            <a:ext cx="107696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191B20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ROZSAH REVIEW-READY VERZE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Co je připravené pro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Z návrhu vznikly všechny hlavní stránky a dva průchody.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Předáváme úplný web/, specifikaci a postupy scénářů.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Tři dny, tři scény, 60 interpretů a 60 vystoupení.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Košík, účet a PDF jako doplňkový scénář.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POSTUP PRO NEZÁVISLÉHO HODNOTITELE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S1: filtr a osobní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2146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6200" y="2146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700" y="2171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Vybrat 1. srpen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2971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200" y="2971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River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700" y="2997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Zúžit výsledky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3797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3797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822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Vybrat koncert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622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4622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Obnovit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700" y="4648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Otevřít můj 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5473700"/>
            <a:ext cx="10769600" cy="596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626773"/>
                </a:solidFill>
                <a:latin typeface="Arial"/>
              </a:defRPr>
            </a:pPr>
            <a:r>
              <a:t>Kontrola: správný den a scéna, zachování uložené akce.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POSTUP PRO NEZÁVISLÉHO HODNOTITELE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S2: hledání a detail interpreta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2146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6200" y="2146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Hledání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700" y="2171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Zadat DARKZY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2971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200" y="2971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Výsledky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700" y="2997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Otevřít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3797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3797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822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Najít jeho koncert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622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4622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700" y="4648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Ověřit čas a scénu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5473700"/>
            <a:ext cx="10769600" cy="596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626773"/>
                </a:solidFill>
                <a:latin typeface="Arial"/>
              </a:defRPr>
            </a:pPr>
            <a:r>
              <a:t>Kontrola: správné propojení, prázdný výsledek a zavření dialogu.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CO JE A NENÍ OVĚŘENÉ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Testy a známé limity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Datový validátor, browserové průchody a kontrola PDF.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Účty a obsazenost jsou místní; platba ani e-mail nejsou reálné.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Externí mapa potřebuje souhlas a připojení.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Bez úplného auditu WCAG a testu všech zařízení.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CO MAJÍ HODNOTITELÉ ZOPAKOVAT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AI, odpovědnost a zadání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AI pomohla s obsahem, rozhraním, kódem a testy.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Přijato: datové vazby; opraveno: součty a mobilní stavy.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Žádáme dvě metody, přesné kroky, důvod a návrh opravy.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Přijaté externí review zatím není doložené.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05: Verze připravená pro review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