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Předáváme web, specifikaci a popis scénářů tak, aby jiný tým mohl samostatně provést hodnocení. Oproti návrhu už jsou dostupné všechny hlavní části, obě jazykové varianty a lokální objednávka s PDF.  Nyní ukážeme obsah balíčku, dva hlavní průchody a přesně vymezené limity.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Hodnotitel nepotřebuje náš vývojový počítač. Rozbalí web a otevře index.html; data i knihovny jsou přibalené. Ve specifikaci najde cílové skupiny a očekávané výsledky scénářů. Důležitá rozhodnutí zůstávají stejná: klientské řešení, jednotný datový zdroj a účet jako volitelná cesta. Pro každý nález potřebujeme přesnou stránku a kroky, aby šel nezávisle zopakovat. Prohlídka screenshotů sama nestačí k ověření funkčního hledání, uloženého programu nebo objednávky.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Hodnotitel postupuje podle tohoto krátkého scénáře. Nejprve ověří, že oba filtry působí společně a ukazují jen očekávané akce. Po uložení koncertu zobrazí osobní program a obnoví stránku. Výběr se má zachovat. Stejný průchod doporučujeme na mobilní šířce i desktopu a alespoň jednou klávesnicí. Když něco nefunguje, má záznam obsahovat původní stav, kroky, očekávání, skutečný výsledek a důkaz. Pouhý obecný dojem není reprodukovatelný nález.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Druhý scénář končí odpovídající vstupenkou. Známe jméno DARKZY, v hledání otevřeme interpreta a jeho vstup. Porovnáme předvolený den a Club Stage s vystoupením v XML. Zkontrolujeme kapacitu pro tento den, vložíme vstup do košíku a ověříme cenu i rozsah. Rozsah lze změnit podle dalších plánovaných koncertů. Po odstranění položky musí celková cena odpovídat tomu, co skutečně zůstalo v košíku. Na stejné principy navazuje scénář S3 s dvěma dny, kde bez obou vybraných dat nelze pokračovat.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Aktuální provedené kontroly jsou v validation_report.md. Rozlišujeme datovou správnost, automatizovaný průchod a uživatelskou srozumitelnost. Lokální stav není sdílená databáze a není přenosný mezi zařízeními. Přímé file otevření blokuje politika zdejšího testovacího prostředí; zdejší testy proto používají vývojový statický server. To není runtime požadavek odevzdaného webu. Skutečnou účast interpretů ani oficiální areál netvrdíme. Nebyl proveden úplný audit WCAG, test všech prohlížečů ani výzkum s návštěvníky. Ověřují se také společné a samostatné vstupy: místo v Main Hall nelze prodat dvakrát a vyprodaný Club omezuje společný vstup, nikoli volnou River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výstupy neodevzdáváme bez kontroly. Přijali jsme strukturu dat a propojené scénáře, upravili součty a mobilní stavy a odmítli vytvoření vlastního backendu. Konkrétní ověření tvoří porovnání dat, browserové akce a čtení výsledného PDF. Jiný tým má použít alespoň dvě formalizované metody, například Nielsenovy heuristiky a kognitivní průchod. U každého nálezu chceme závažnost, způsob objevení, zdůvodnění a návrh úpravy. Přijaté externí review nebylo dodáno; technické testy za ně nevydáváme. Předaný validační report uvádí úspěšné technické průchody a samostatně jejich omezení.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5000" y="0"/>
            <a:ext cx="39370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FF885D"/>
                </a:solidFill>
                <a:latin typeface="Arial"/>
              </a:defRPr>
            </a:pPr>
            <a:r>
              <a:t>CVIČENÍ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93800"/>
            <a:ext cx="10985500" cy="187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PRAGUE</a:t>
            </a:r>
          </a:p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PULSE 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500"/>
            <a:ext cx="10858500" cy="1092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Web připravený pro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889500"/>
            <a:ext cx="108585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0100"/>
            <a:ext cx="10972800" cy="33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ROZSAH REVIEW-READY VERZE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Co je připravené pro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Z návrhu vznikly všechny hlavní stránky a dva průchody.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Předáváme úplný web/, specifikaci a postupy scénářů.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Tři dny, tři scény, 60 interpretů a 60 vystoupení.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Košík, účet a PDF jako doplňkový scénář.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POSTUP PRO NEZÁVISLÉHO HODNOTITELE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S1: filtr a osobní program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Vybrat 1. srpen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River Stage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Zúžit výsledky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Uložit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Vybrat koncert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Obnovit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Otevřít můj program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Kontrola: správný den a scéna, zachování uložené akce.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POSTUP PRO NEZÁVISLÉHO HODNOTITELE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S2: interpret a odpovídající vstup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Hledání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Zadat DARKZY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Otevřít jeho vystoupení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Vstupenka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Správný den a Club Stage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Košík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Cena a zvolený rozsah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Kontrola: propojená data, dostupnost a aktuální cena.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CO JE A NENÍ OVĚŘENÉ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Testy a známé limity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Datový validátor, browserové průchody a kontrola PDF.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Účty a obsazenost jsou místní; platba ani e-mail nejsou reálné.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Externí mapa potřebuje souhlas a připojení.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Bez úplného auditu WCAG a testu všech zařízení.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CO MAJÍ HODNOTITELÉ ZOPAKOVAT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AI, odpovědnost a zadání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AI pomohla s obsahem, rozhraním, kódem a testy.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Přijato: datové vazby; opraveno: součty a mobilní stavy.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Žádáme dvě metody, přesné kroky, důvod a návrh opravy.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Přijaté externí review zatím není doložené.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05: Verze připravená pro review</dc:title>
  <dc:subject>Webdesign: návrh, data, uživatelské scénáře a ověření Prague Pulse Fest.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