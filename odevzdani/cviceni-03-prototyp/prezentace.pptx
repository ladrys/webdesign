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Oproti specifikaci máme spustitelný HTML wireframe. Otevře se bez instalace a používá stejnou datovou základnu jako web. Záměrně má jednoduchou grafiku: ověřujeme pořadí obsahu, navigaci a dva klíčové scénáře. Prototyp není šablona, kterou by hotový web při spuštění načítal; je to samostatná návrhová ukázka.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Mobile-first zde znamená navrhnout použitelný úzký základ, ne pouze zmenšit desktop. Návštěvník nejprve vidí hledání a důležitý obsah, podrobnosti následují. Filtry zůstávají dostupné bez vodorovného posouvání celé stránky. Na desktopu se seznam rozšíří do více sloupců, význam tlačítek ale zůstává stejný. Flexbox obsluhuje navigaci a Grid obsahové karty. Už ve wireframu kontrolujeme popisky a klávesnici, abychom problémy neodkládali až na finální grafiku.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První funkce kombinuje den a scénu; seznam musí splnit obě podmínky současně. Druhá ukládá vybraná vystoupení a umožní zobrazit pouze osobní program. Třetí hledá podle části názvu a propojuje detail s koncertem. Hledání nerozlišuje velikost písmen ani diakritiku. Menu nebo slideshow nepovažujeme za samostatnou požadovanou interakci. Každá zde uvedená funkce mění obsah nebo uchovává uživatelovo rozhodnutí a navazuje na potřebu ze specifikace.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Otevřeme prototyp, přejdeme na Program a zvolíme první srpen s River Stage. Ověříme datum a scénu výsledků, ne jen počet karet. Vybraný koncert uložíme a zapneme Jen uložené. Po obnovení stránky se k výběru vrátíme. Pokud není žádný výsledek, rozhraní má nabídnout pochopitelnou cestu ke změně filtrů. Při kontrole musí uložené ID odpovídat stejnému vystoupení ve zdrojových datech.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Do hledání zadáme DARKZY a otevřeme detail stejnojmenného interpreta. Z detailu přejdeme do jeho programu. Ukážeme správný čas a scénu a zavření dialogu klávesou Escape. Vyzkoušíme také dotaz bez výsledku. Přesné vazby porovnáváme s daty, nikoli s tím, zda výsledek vypadá věrohodně. Zadaný text musí být vykreslený jako text, proto kontrolujeme i vstup připomínající HTML. Výsledky jsou zaznamenané v prototype-validation.md.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vytvořila návrh rozložení a část kódu. Přijali jsme propojení filtrů a detailů, upravili pořadí obsahu pro malé displeje a odmítli pouhou slideshow jako důkaz interaktivity. Samostatný test prochází dva scénáře, obnovu uloženého programu, vyhledávání a dialog. V určených šířkách kontroluje přetékání. Konkrétní výstup je přiložen, samotný návrh AI není validace. Prototyp zatím nezahrnuje objednávku, PDF ani jazykové mutace; ty ukazuje následující implementační milník. Přiložený test prošel bez chyb běhu a potvrdil zachování uloženého programu.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UX návrh a prototyp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HLAVNÍ NÁVRHOVÁ ROZHODNUTÍ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Od specifikace k wireframu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Nově: spustitelný wireframe a dva průchozí scénáře.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Mobil: jeden sloupec, hlavní úkol před doplňujícím obsahem.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Desktop: stejné funkce, více karet podle šířky.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Popisky, viditelný focus a zalamování navigace i filtrů.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INTERAKTIVITA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Tři funkce řeší konkrétní potřeby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Filtr dne a scény → najít relevantní část programu.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Osobní program → uložit výběr a vrátit se k němu.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Hledání a detail → přejít od jména ke konkrétnímu koncertu.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UKÁZKA V PROTOTYPU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S1: sestavení osobního programu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seznam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Den a scéna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1. 8. / River 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koncert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Můj výběr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Obnovit stránku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Očekávaný výsledek: správný filtr a zachovaný výběr.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UKÁZKA V PROTOTYPU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S2: od hledání ke koncertu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DARKZY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Zadat dotaz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Výsledek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Vybrat interpreta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Jméno a popis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Koncert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Datum, čas a scéna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Očekávaný výsledek: detail a program používají stejná data.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PŘIJATO, UPRAVENO, ZKONTROLOVÁNO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 a ověření prototypu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AI: wireframe, návrh textů a obsluha dat.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Přijato: filtry; upraveno: hierarchie obsahu pro mobil.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Ověřeno: scénáře, uložení, dialog a šířky 320 / 768 / 1440 px.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Výsledky porovnány s očekávanými ID ve zdrojových datech.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03: UX návrh a interaktivní prototyp</dc:title>
  <dc:subject>Webdesign: návrh, data, uživatelské scénáře a ověření Prague Pulse Fest.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