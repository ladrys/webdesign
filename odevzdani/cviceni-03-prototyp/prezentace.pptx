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Připravili jsme interaktivní wireframe, který lze otevřít přímo v prohlížeči. Záměrně je jednodušší než finální vizuální návrh, abychom mohli hodnotit navigaci a práci s programem. Nejde o skutečně archivovanou dřívější verzi, ale o nově sestavený reprezentativní milník. Oproti specifikaci jsou nyní přímo průchozí dva scénáře: sestavení programu a vyhledání interpreta. Používáme stejná obsahová data, takže prototyp není jen několik vymyšlených karet.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Navržené funkce navazují přímo na potřeby ze specifikace. Kombinace dne a scény zkracuje program na relevantní část. Oblíbené umožní vrátit se k rozhodnutí a jsou uchované v prohlížeči. Hledání funguje podle části názvu bez ohledu na velikost písmen a diakritiku. Kontextový detail přidává další smysluplnou interakci: z interpreta vede ke koncertu. Samotnou navigaci ani dekorativní pohyb nepočítáme jako jednu ze tří požadovaných funkcí.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 mobil nezačínáme zmenšeným desktopem. Základ tvoří jeden sloupec, krátká navigace a jasné pořadí: identita, hledání, obsah. Filtry i tlačítka se mají zalamovat bez horizontálního posouvání celé stránky. Desktop používá tentýž obsah, jen nabízí více karet vedle sebe. Grid řeší obsahové seznamy a Flexbox navigaci. Už ve wireframu mají formuláře popisky a ovládání viditelný focus. To je levnější ověřit před dopracováním grafiky.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 první krátké ukázce otevřeme Program, vybereme první srpen a River Stage. Na výsledku ověříme datum a scénu, ne pouze počet karet. Jeden koncert uložíme a zapneme filtr Jen uložené. Po obnovení je uložený výběr znovu k dispozici. Projdeme také stav bez výsledků, aby bylo jasné, jak filtr změnit. Konkrétní průchod a jeho výsledek popisuje přiložený prototypový validační záznam; test ve vývojovém prohlížeči neznamená test na všech zařízeních.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druhé ukázce zadáme DARKZY do globálního hledání. Výsledky oddělují účinkující od souvisejících vystoupení. U DARKZY otevřeme dialog s žánrem, popisem a programem. Odkaz do programu zachová kontext interpreta. Kontrolujeme, že údaje pocházejí ze stejné základny a dialog lze zavřít klávesou Escape. Hledaný text se nevkládá jako spustitelné HTML. Návštěvník dostane srozumitelnou zprávu i tehdy, když hledání nic nenajde.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Prototyp ověřuje informační architekturu a dva klíčové průchody. Jeho datové minimum kontroluje builder a browserový test prochází filtry, hledání, uložení i dialog. AI pomohla s návrhem a kódem, ale nepovažujeme její návrh za důkaz použitelnosti. Přijali jsme jednoduché bloky, propojení dat a funkční stavy. Odmítli jsme předstírat nákup v nehotovém wireframu. Skutečné rozhovory s návštěvníky ani testování na fyzickém telefonu nebyly dodány. Další milník ukazuje finální vzhled a širší funkce.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03 / PROTOTYP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Nejdřív cesta.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Potom grafika.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Spustitelný wireframe bez instalace.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Dva scénáře, čtyři obsahové části.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03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ČTYŘI FUNKCE, NE SLIDESHOW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Interaktivita řeší potřebu.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Zúžit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Den + scéna společně mění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skutečný seznam vystoupení.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Méně nesouvisejících výsledků.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Uchovat výběr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Přidání do osobního programu 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filtr „Jen uložené“.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Výběr zůstává po obnovení.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Najít souvislosti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Contains hledání + detail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interpreta + návazné koncerty.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Od názvu až k času a scéně.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RESPONZIVNÍ HIERARCHIE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Malý displej je výchozí.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Mobil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Jeden sloupec, zalamovaná navigace a filtry.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Název a hlavní akce před delším obsahem.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Desktop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Grid rozšíří seznam podle volného prostoru.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Stejná cesta a význam ovládání, více obsahu vedle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sebe.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Pružné rozměry; popisky formulářů; viditelný focus; klávesnice.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ŽIVÝ PRŮCHOD PROGRAMEM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S1 / Od přehledu k výběru.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Otevřít přehled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1. srpna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Vybrat 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River 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Zvolit scénu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Uloženo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Obnovit stránku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Zkontrolovat správný den, scénu a zachování oblíbené akce.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Prázdný výběr má srozumitelnou cestu zpět.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ŽIVÝ PRŮCHOD HLEDÁNÍM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S2 / Od hledání ke koncertu.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DARKZY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Zadat dotaz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Výsledky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Najít interpreta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DARKZY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Otevřít detail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Zjistit čas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Hledaný text se zobrazuje jako text.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Detail a vystoupení používají stejné datové vazby.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AI / VALIDACE / DALŠÍ KROK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Co prototyp ověřuje?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Ověřené hranice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Data a reference; funkční filtry; oblíbené; hledání;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dialog.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Záznam: prototype-validation.md.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Zbývající práce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Finální grafika, jazykové mutace, vstupenky a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Wireframe nepředstírá hotovou objednávku.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AI návrh byl upraven podle scénářů. Uživatelský výzkum není doložen.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03: UX návrh a interaktivní prototyp</dc:title>
  <dc:subject>Dodatečně připravený milník podle zadání; nikoli doložená historie semestru.</dc:subject>
  <dc:creator>Prague Pulse Fest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