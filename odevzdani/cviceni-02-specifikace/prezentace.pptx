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Prague Pulse Fest je fiktivní třídenní hudební festival. Navrhujeme web, který návštěvníka provede od otázky kdo hraje až k odpovídající vstupence. Někdo přijde na jednoho interpreta, jiný na celou scénu a další na všechny tři dny. Web má těmto lidem nabídnout správný rozsah vstupu a srozumitelnou cenu. Prvním výstupem je specifikace s cílovými skupinami, strukturou a scénáři a datová základna v XML. Autory projektu jsou Michal Ladra, Matěj Mlejnek a Jan Martínek.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Cílové skupiny rozlišujeme podle cíle návštěvy. Fanoušek jednoho interpreta potřebuje najít jeho koncert a přejít na vstup pro daný den a scénu. Návštěvník více koncertů kombinuje filtry a osobní program a vybere si například první a třetí den. Návštěvník celého festivalu potřebuje jasně vidět, co společná vstupenka obsahuje a kde ještě zbývá kapacita. Všichni mají mít možnost zvolit jiný rozsah, vidět aktuální cenu a nakoupit bez povinného účtu. Mobilní ovládání a čeština s angličtinou podporují všechny tyto skupiny.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Základ obsahuje tři dny, tři scény, šedesát interpretů a šedesát vystoupení. Vystoupení odkazuje na interpreta, den a scénu pomocí ID, nikoli podle podobnosti názvu. Proto stejný objekt používá seznam, detail i nákup. Filtr dne a scény porovná ID, textové hledání porovná část názvu či popisu bez diakritiky a velikosti písmen. Kapacita scény pochází z dat; prodané vstupy se odvodí z objednávek pro daný den. XML je hlavní zdroj. Nástroj autora z něj připraví čtyři JSON exporty a stejná data přibalí do JavaScriptu. Při otevření webu už není potřebný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Hlavní navigace propojuje program, účinkující, scény a praktické informace. Hledání má vlastní stránku s výsledky. Detail interpreta vede ke konkrétnímu koncertu a vstupence; scéna vede do svého programu a ukazuje dostupnost. Návštěvník tak navazuje na svůj výběr, nemusí stále začínat od úvodu. V nákupu upraví dny, scénu a kategorii a přejde do košíku. Po dokončení stáhne PDF. Účet nabídne profil a historii, ale objednávka funguje i pro hosta. Novinky, podmínky, soukromí a zdroje doplňují hlavní strukturu.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S1 začíná v programu. Návštěvník vybere den a River Stage, uloží si koncerty a otevře osobní výběr. Očekáváme správné výsledky obou filtrů, zachování výběru po obnovení a upozornění na časové kolize. V S2 fanoušek vyhledá DARKZY, otevře jeho detail a přejde k odpovídajícímu vstupu. Předvolí se skutečný den koncertu a Club Stage, nikoli obecný třídenní vstup na všechny scény. Výběr může upravit. Třetí scénář ověřuje dva výslovně vybrané dny, automatický počet osob podle sedadel a shodnou cenu ve výběru, košíku i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Codex a ChatGPT pomohly rozebrat zadání, navrhnout strukturu webu, texty a práci s daty. Přijali jsme stabilní ID a propojení seznamu s detaily. Upravili jsme příliš obecné scénáře a nákup tak, aby vycházel z konkrétního dne a scény. Rozhodli jsme se pro klientský web a jednu datovou základnu. Ověření začíná XML proti XSD, počty a referencemi. Dále porovnáváme filtrované výsledky s daty a projdeme interpreta až ke vstupence a ceně v košíku. Chybu nelze omluvit tím, že ji vytvořila AI; tým musí umět postup vysvětlit a výsledek zkontrolovat.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Festival podle návštěvníka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Projektová specifikace a datová základna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1.–3. srpna 2027 · Výstaviště Praha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ÚČEL WEBU A CÍLOVÉ SKUPINY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Každý chce jiný rozsah návštěvy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3505200" cy="3162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5052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438400"/>
            <a:ext cx="3048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844800"/>
            <a:ext cx="3048000" cy="774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Jeden interpret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7465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ADE6D5"/>
                </a:solidFill>
                <a:latin typeface="Arial"/>
              </a:defRPr>
            </a:pPr>
            <a:r>
              <a:t>Kdy a kde vystoupí?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5466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Detail → den a scéna</a:t>
            </a:r>
          </a:p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→ odpovídající vstup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209800"/>
            <a:ext cx="3505200" cy="3162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2209800"/>
            <a:ext cx="3505200" cy="50800"/>
          </a:xfrm>
          <a:prstGeom prst="rect">
            <a:avLst/>
          </a:prstGeom>
          <a:solidFill>
            <a:srgbClr val="AD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438400"/>
            <a:ext cx="3048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44800"/>
            <a:ext cx="3048000" cy="774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Více koncertů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465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ADE6D5"/>
                </a:solidFill>
                <a:latin typeface="Arial"/>
              </a:defRPr>
            </a:pPr>
            <a:r>
              <a:t>Co chci stihnout?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466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Filtry a osobní program</a:t>
            </a:r>
          </a:p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→ vybrané dny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7200" y="2209800"/>
            <a:ext cx="3505200" cy="3162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209800"/>
            <a:ext cx="35052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5800" y="2438400"/>
            <a:ext cx="3048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5800" y="2844800"/>
            <a:ext cx="3048000" cy="774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Celý festival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7465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ADE6D5"/>
                </a:solidFill>
                <a:latin typeface="Arial"/>
              </a:defRPr>
            </a:pPr>
            <a:r>
              <a:t>Co zahrnuje celý vstup?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5800" y="45466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Tři dny, všechny scény</a:t>
            </a:r>
          </a:p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→ cena a dostupnost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00700"/>
            <a:ext cx="109728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Cíl: přehledně nabídnout to, co chce návštěvník opravdu navštívit.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DATOVÁ ZÁKLADNA A JEJÍ VYUŽITÍ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Stejná data pro program i nákup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71700"/>
            <a:ext cx="25400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09"/>
              </a:lnSpc>
              <a:spcAft>
                <a:spcPts val="0"/>
              </a:spcAft>
              <a:defRPr sz="4500" b="1">
                <a:solidFill>
                  <a:srgbClr val="FF885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94000"/>
            <a:ext cx="2540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dny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6300" y="2171700"/>
            <a:ext cx="25400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09"/>
              </a:lnSpc>
              <a:spcAft>
                <a:spcPts val="0"/>
              </a:spcAft>
              <a:defRPr sz="4500" b="1">
                <a:solidFill>
                  <a:srgbClr val="FF885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6300" y="2794000"/>
            <a:ext cx="2540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000" y="2171700"/>
            <a:ext cx="25400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09"/>
              </a:lnSpc>
              <a:spcAft>
                <a:spcPts val="0"/>
              </a:spcAft>
              <a:defRPr sz="4500" b="1">
                <a:solidFill>
                  <a:srgbClr val="FF885D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2794000"/>
            <a:ext cx="2540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účinkujících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9700" y="2171700"/>
            <a:ext cx="25400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09"/>
              </a:lnSpc>
              <a:spcAft>
                <a:spcPts val="0"/>
              </a:spcAft>
              <a:defRPr sz="4500" b="1">
                <a:solidFill>
                  <a:srgbClr val="FF885D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9700" y="2794000"/>
            <a:ext cx="2540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390900"/>
            <a:ext cx="2552700" cy="1257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3390900"/>
            <a:ext cx="2552700" cy="381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700" y="3581400"/>
            <a:ext cx="22225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Interpret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700" y="4102100"/>
            <a:ext cx="2222500" cy="444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ID · jméno · žánr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38500" y="3860800"/>
            <a:ext cx="127000" cy="0"/>
          </a:xfrm>
          <a:prstGeom prst="line">
            <a:avLst/>
          </a:prstGeom>
          <a:ln w="19050">
            <a:solidFill>
              <a:srgbClr val="FF88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6300" y="3390900"/>
            <a:ext cx="2552700" cy="1257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6300" y="3390900"/>
            <a:ext cx="2552700" cy="38100"/>
          </a:xfrm>
          <a:prstGeom prst="rect">
            <a:avLst/>
          </a:prstGeom>
          <a:solidFill>
            <a:srgbClr val="AD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1400" y="3581400"/>
            <a:ext cx="22225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400" y="4102100"/>
            <a:ext cx="2222500" cy="444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Čas a odkazy přes ID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45200" y="3860800"/>
            <a:ext cx="127000" cy="0"/>
          </a:xfrm>
          <a:prstGeom prst="line">
            <a:avLst/>
          </a:prstGeom>
          <a:ln w="19050">
            <a:solidFill>
              <a:srgbClr val="FF88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223000" y="3390900"/>
            <a:ext cx="2552700" cy="1257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3000" y="3390900"/>
            <a:ext cx="2552700" cy="381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8100" y="3581400"/>
            <a:ext cx="22225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Den a scéna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100" y="4102100"/>
            <a:ext cx="2222500" cy="444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Datum · kapacita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51900" y="3860800"/>
            <a:ext cx="127000" cy="0"/>
          </a:xfrm>
          <a:prstGeom prst="line">
            <a:avLst/>
          </a:prstGeom>
          <a:ln w="19050">
            <a:solidFill>
              <a:srgbClr val="FF88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029700" y="3390900"/>
            <a:ext cx="2552700" cy="1257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9700" y="3390900"/>
            <a:ext cx="2552700" cy="381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94800" y="3581400"/>
            <a:ext cx="22225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Vstupenka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4800" y="4102100"/>
            <a:ext cx="2222500" cy="444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Platnost · cena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991100"/>
            <a:ext cx="109728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ADE6D5"/>
                </a:solidFill>
                <a:latin typeface="Arial"/>
              </a:defRPr>
            </a:pPr>
            <a:r>
              <a:t>XML → generátor → JSON exporty a data webu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537200"/>
            <a:ext cx="109728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05"/>
              </a:lnSpc>
              <a:spcAft>
                <a:spcPts val="0"/>
              </a:spcAft>
              <a:defRPr sz="1700" b="0">
                <a:solidFill>
                  <a:srgbClr val="B7BFCC"/>
                </a:solidFill>
                <a:latin typeface="Arial"/>
              </a:defRPr>
            </a:pPr>
            <a:r>
              <a:t>Filtry vybírají objekty; detail předává den a scénu do nákupu.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INFORMAČNÍ ARCHITEKTURA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Jasná cesta mezi obsahem a nákupem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470400" y="2120900"/>
            <a:ext cx="3251200" cy="5207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9000" y="2209800"/>
            <a:ext cx="27940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101217"/>
                </a:solidFill>
                <a:latin typeface="Arial"/>
              </a:defRPr>
            </a:pPr>
            <a:r>
              <a:t>Úvod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641600"/>
            <a:ext cx="0" cy="1651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2600" y="2806700"/>
            <a:ext cx="74676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2600" y="2806700"/>
            <a:ext cx="0" cy="17653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216400" y="2806700"/>
            <a:ext cx="0" cy="17653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50200" y="2806700"/>
            <a:ext cx="0" cy="17653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2600" y="34798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09600" y="29972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31242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" y="36068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Filtry → koncert → vstup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6400" y="34798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43400" y="29972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3900" y="31242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Účinkující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36068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Seznam → detail → koncert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50200" y="34798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077200" y="29972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7700" y="31242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7700" y="36068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Kapacita → program / vstup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2600" y="45720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09600" y="40894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42164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6990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Doprava · plánek · pobyt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216400" y="45720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343400" y="40894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3900" y="42164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Hledání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3900" y="46990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Dotaz → výsledky → detail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950200" y="45720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77200" y="40894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7700" y="42164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Vstupenky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7700" y="46990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Výběr → košík → PDF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499100"/>
            <a:ext cx="109728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Účet a historie doplňují nákup; registrace není podmínkou.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KLÍČOVÉ UŽIVATELSKÉ SCÉNÁŘE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Dva konkrétní průchody webem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5359400" cy="32512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660400" cy="4953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22987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101217"/>
                </a:solidFill>
                <a:latin typeface="Arial"/>
              </a:defRPr>
            </a:pPr>
            <a:r>
              <a:t>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7800" y="2311400"/>
            <a:ext cx="43053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Sestavit vlastní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009900"/>
            <a:ext cx="49022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ADE6D5"/>
                </a:solidFill>
                <a:latin typeface="Arial"/>
              </a:defRPr>
            </a:pPr>
            <a:r>
              <a:t>Návštěvník na telefonu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492500"/>
            <a:ext cx="49022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Zná den a scénu návštěvy.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4089400"/>
            <a:ext cx="4902200" cy="736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Program → den a scéna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→ uložit → osobní program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4991100"/>
            <a:ext cx="49022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143500"/>
            <a:ext cx="4902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F885D"/>
                </a:solidFill>
                <a:latin typeface="Arial"/>
              </a:defRPr>
            </a:pPr>
            <a:r>
              <a:t>Výběr zůstane, kolize se označí.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3000" y="2209800"/>
            <a:ext cx="5359400" cy="32512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000" y="2209800"/>
            <a:ext cx="660400" cy="495300"/>
          </a:xfrm>
          <a:prstGeom prst="rect">
            <a:avLst/>
          </a:prstGeom>
          <a:solidFill>
            <a:srgbClr val="AD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0" y="22987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101217"/>
                </a:solidFill>
                <a:latin typeface="Arial"/>
              </a:defRPr>
            </a:pPr>
            <a:r>
              <a:t>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1200" y="2311400"/>
            <a:ext cx="43053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Vybrat vstup na interpreta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009900"/>
            <a:ext cx="49022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ADE6D5"/>
                </a:solidFill>
                <a:latin typeface="Arial"/>
              </a:defRPr>
            </a:pPr>
            <a:r>
              <a:t>Fanoušek DARKZY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492500"/>
            <a:ext cx="49022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Zná jméno, nezná den ani scénu.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1600" y="4089400"/>
            <a:ext cx="4902200" cy="736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Hledání → detail → koncert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→ předvolený vstup → košík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1600" y="4991100"/>
            <a:ext cx="49022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1600" y="5143500"/>
            <a:ext cx="4902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F885D"/>
                </a:solidFill>
                <a:latin typeface="Arial"/>
              </a:defRPr>
            </a:pPr>
            <a:r>
              <a:t>Správný den a Club Stage.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89600"/>
            <a:ext cx="109728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S3 ve specifikaci: dva vybrané dny, vlastní sedadla a PDF.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POUŽITÍ AI · ROZHODNUTÍ · KONTROLA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Návrh od AI ověřujeme na datech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3505200" cy="14351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4130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F885D"/>
                </a:solidFill>
                <a:latin typeface="Arial"/>
              </a:defRPr>
            </a:pPr>
            <a:r>
              <a:t>AI pomohla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959100"/>
            <a:ext cx="3048000" cy="622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Struktura, texty a datové</a:t>
            </a:r>
          </a:p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vazby.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209800"/>
            <a:ext cx="3505200" cy="14351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4130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F885D"/>
                </a:solidFill>
                <a:latin typeface="Arial"/>
              </a:defRPr>
            </a:pPr>
            <a:r>
              <a:t>Upravili jsme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59100"/>
            <a:ext cx="3048000" cy="622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Scénáře a přesný rozsah</a:t>
            </a:r>
          </a:p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vstupu.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7200" y="2209800"/>
            <a:ext cx="3505200" cy="14351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5800" y="24130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F885D"/>
                </a:solidFill>
                <a:latin typeface="Arial"/>
              </a:defRPr>
            </a:pPr>
            <a:r>
              <a:t>Rozhodnutí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2959100"/>
            <a:ext cx="3048000" cy="622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Jedna datová základna</a:t>
            </a:r>
          </a:p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pro web.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051300"/>
            <a:ext cx="109728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1">
                <a:solidFill>
                  <a:srgbClr val="ADE6D5"/>
                </a:solidFill>
                <a:latin typeface="Arial"/>
              </a:defRPr>
            </a:pPr>
            <a:r>
              <a:t>Konkrétní ověření dat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60900"/>
            <a:ext cx="3937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4660900"/>
            <a:ext cx="30734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XML / XSD, počty a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660900"/>
            <a:ext cx="3937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5200" y="4660900"/>
            <a:ext cx="30734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Filtry proti zdrojovým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datům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7200" y="4660900"/>
            <a:ext cx="3937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9000" y="4660900"/>
            <a:ext cx="30734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Den, scéna a cena v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nákupu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26100"/>
            <a:ext cx="109728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Ověření: konkrétní kroky a výsledky, které lze znovu zopakovat.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02: Projektová specifikace a data</dc:title>
  <dc:subject>Webdesign: návrh, data, uživatelské scénáře a ověření Prague Pulse Fest.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