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Představujeme Prague Pulse Fest, fiktivní třídenní hudební festival na pražském Výstavišti. První výstup tvoří specifikace a XML datová základna. Web má návštěvníkovi usnadnit výběr koncertů, dohledání interpreta a přípravu návštěvy. Na tomto snímku uvedeme všechny tři autory. Poznámka k původu materiálů: nynější balíčky jsou připravené podklady podle zadání, ne archiv historických odevzdání. Skutečné interprety používáme jako návrh line-upu, jejich účast netvrdíme.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Cílové skupiny rozlišujeme podle úkolu. Na místě potřebuje člověk rychlou orientaci v programu, fanoušek hledá konkrétní jméno a návštěvník Prahy cestu do areálu. Proto navrhujeme kombinované filtry, hledání, osobní program a praktické informace. Angličtina pomáhá zahraničním návštěvníkům. Výběr vstupenky je další cesta, ale účet nesmí být podmínkou jejího dokončení. Hlavním cílem úvodu je ukázat název, datum a srozumitelné odkazy k těmto úkolům.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Datovým zdrojem je festival.xml, pro odevzdání také data.xml. Festival obsahuje tři dny a tři scény: Main Hall, River Stage a Club Stage. Vystoupení nese datum, čas a odkazy na interpreta i scénu. ID jsou stabilní, názvy nejsou spojovacím klíčem. Generátor připravuje data pro prohlížeč; nemáme ručně udržovanou druhou verzi programu. Datové a browserové kontroly ověřují počty, unikátnost ID, reference a časové kolize uvnitř jedné scény.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Hlavní navigace propojuje úvod, program, účinkující, scény a praktické informace. Hledání má vlastní stránku výsledků. Detail interpreta vede na jeho koncert a detail scény na příslušný program; uživatel se nemusí vracet na začátek. Vedlejší cesta vede přes vstupenky a košík k PDF. Soukromí, podmínky a obrazové kredity patří do patičky. Struktura vychází z cílů návštěvníka, nikoli z názvů JavaScriptových souborů.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s] S1: návštěvník na telefonu zná den a scénu, ale nemá vybrané koncerty. Zvolí první srpen a River Stage, uloží akci a otevře osobní program. Očekáváme správně zúžený seznam a zachování výběru po obnovení. S2: fanoušek zná jméno DARKZY, nezná termín koncertu. Vyhledá ho, otevře detail a zjistí datum, čas i scénu. Specifikace obsahuje také S3: host vybere vstupenku a dokončí lokální objednávku s PDF. Dva první scénáře použijeme již v prototypu.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AI pomohla připravit strukturu specifikace, obsah a datový model. Přijali jsme jednoznačná ID a upravili obsah podle potřeb návštěvníků. Odmítli jsme návrh skutečného serverového přihlašování a e-mailů, protože finální zadání vyžaduje klientské řešení. Kontrolu provádí konkrétní validátor a porovnání exportu s XML; věta „ověřila AI“ by nestačila. Limit: automatická datová kontrola neověří srozumitelnost textů ani skutečnou účast interpretů. Původ fotografií a odchylku od požadavku na AI obrázky uvádíme v dokumentaci. Zaznamenaná datová kontrola prošla: export souhlasí s XML a program má platné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1200" y="609600"/>
            <a:ext cx="76200" cy="3810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7900" y="647700"/>
            <a:ext cx="105029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1">
                <a:solidFill>
                  <a:srgbClr val="191B20"/>
                </a:solidFill>
                <a:latin typeface="Arial"/>
              </a:defRPr>
            </a:pPr>
            <a:r>
              <a:t>PRAGUE PULSE 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1600200"/>
            <a:ext cx="10769600" cy="241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E55024"/>
                </a:solidFill>
                <a:latin typeface="Arial"/>
              </a:defRPr>
            </a:pPr>
            <a:r>
              <a:t>CVIČENÍ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6300"/>
            <a:ext cx="10795000" cy="1816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5376"/>
              </a:lnSpc>
              <a:spcAft>
                <a:spcPts val="0"/>
              </a:spcAft>
              <a:defRPr sz="4800" b="1">
                <a:solidFill>
                  <a:srgbClr val="191B20"/>
                </a:solidFill>
                <a:latin typeface="Arial"/>
              </a:defRPr>
            </a:pPr>
            <a:r>
              <a:t>Projektová specifikace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4191000"/>
            <a:ext cx="10769600" cy="1016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Prague Pulse Fest · 1.–3. srpna 2027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Výstaviště Praha · fiktivní festival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5600700"/>
            <a:ext cx="107696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191B20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POTŘEBY NÁVŠTĚVNÍKŮ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Účel webu a cílové skupiny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Návštěvník na mobilu: rychle najít den, čas a scénu.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Fanoušek interpreta: vyhledat jméno a otevřít koncert.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Přijíždějící návštěvník: doprava, orientace, čeština i angličtina.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Hlavní akce: najít koncert, uložit program, vybrat vstupenku.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ENTITY A VAZBY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Datová základna v XML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2400300"/>
            <a:ext cx="2425700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8496"/>
              </a:lnSpc>
              <a:spcAft>
                <a:spcPts val="0"/>
              </a:spcAft>
              <a:defRPr sz="7200" b="1">
                <a:solidFill>
                  <a:srgbClr val="E5502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3708400"/>
            <a:ext cx="2425700" cy="863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95"/>
              </a:lnSpc>
              <a:spcAft>
                <a:spcPts val="0"/>
              </a:spcAft>
              <a:defRPr sz="2200" b="0">
                <a:solidFill>
                  <a:srgbClr val="191B20"/>
                </a:solidFill>
                <a:latin typeface="Arial"/>
              </a:defRPr>
            </a:pPr>
            <a:r>
              <a:t>dny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9800" y="2400300"/>
            <a:ext cx="2425700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8496"/>
              </a:lnSpc>
              <a:spcAft>
                <a:spcPts val="0"/>
              </a:spcAft>
              <a:defRPr sz="7200" b="1">
                <a:solidFill>
                  <a:srgbClr val="E5502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9800" y="3708400"/>
            <a:ext cx="2425700" cy="863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95"/>
              </a:lnSpc>
              <a:spcAft>
                <a:spcPts val="0"/>
              </a:spcAft>
              <a:defRPr sz="2200" b="0">
                <a:solidFill>
                  <a:srgbClr val="191B20"/>
                </a:solidFill>
                <a:latin typeface="Arial"/>
              </a:defRPr>
            </a:pPr>
            <a:r>
              <a:t>scény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400" y="2400300"/>
            <a:ext cx="2425700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8496"/>
              </a:lnSpc>
              <a:spcAft>
                <a:spcPts val="0"/>
              </a:spcAft>
              <a:defRPr sz="7200" b="1">
                <a:solidFill>
                  <a:srgbClr val="E55024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400" y="3708400"/>
            <a:ext cx="2425700" cy="863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95"/>
              </a:lnSpc>
              <a:spcAft>
                <a:spcPts val="0"/>
              </a:spcAft>
              <a:defRPr sz="2200" b="0">
                <a:solidFill>
                  <a:srgbClr val="191B20"/>
                </a:solidFill>
                <a:latin typeface="Arial"/>
              </a:defRPr>
            </a:pPr>
            <a:r>
              <a:t>účinkujících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17000" y="2400300"/>
            <a:ext cx="2425700" cy="1143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8496"/>
              </a:lnSpc>
              <a:spcAft>
                <a:spcPts val="0"/>
              </a:spcAft>
              <a:defRPr sz="7200" b="1">
                <a:solidFill>
                  <a:srgbClr val="E55024"/>
                </a:solidFill>
                <a:latin typeface="Arial"/>
              </a:defRPr>
            </a:pPr>
            <a: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0" y="3708400"/>
            <a:ext cx="2425700" cy="863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95"/>
              </a:lnSpc>
              <a:spcAft>
                <a:spcPts val="0"/>
              </a:spcAft>
              <a:defRPr sz="2200" b="0">
                <a:solidFill>
                  <a:srgbClr val="191B20"/>
                </a:solidFill>
                <a:latin typeface="Arial"/>
              </a:defRPr>
            </a:pPr>
            <a:r>
              <a:t>vystoupení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00" y="5168900"/>
            <a:ext cx="10769600" cy="825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595"/>
              </a:lnSpc>
              <a:spcAft>
                <a:spcPts val="0"/>
              </a:spcAft>
              <a:defRPr sz="2200" b="0">
                <a:solidFill>
                  <a:srgbClr val="626773"/>
                </a:solidFill>
                <a:latin typeface="Arial"/>
              </a:defRPr>
            </a:pPr>
            <a:r>
              <a:t>Festival → dny, scény, interpreti a vystoupení.</a:t>
            </a:r>
          </a:p>
          <a:p>
            <a:pPr>
              <a:lnSpc>
                <a:spcPts val="2595"/>
              </a:lnSpc>
              <a:spcAft>
                <a:spcPts val="0"/>
              </a:spcAft>
              <a:defRPr sz="2200" b="0">
                <a:solidFill>
                  <a:srgbClr val="626773"/>
                </a:solidFill>
                <a:latin typeface="Arial"/>
              </a:defRPr>
            </a:pPr>
            <a:r>
              <a:t>Každé vystoupení odkazuje na existující ID.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INFORMAČNÍ ARCHITEKTURA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Struktura a propojení obsahu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0" y="21463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6200" y="21463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Úvod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5700" y="21717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Datum a orientace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29718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200" y="29718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5700" y="29972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Den, čas a scéna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37973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" y="37973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Účinkující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8227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Seznam a detail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4622800"/>
            <a:ext cx="482600" cy="355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1">
                <a:solidFill>
                  <a:srgbClr val="E55024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4622800"/>
            <a:ext cx="34798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191B20"/>
                </a:solidFill>
                <a:latin typeface="Arial"/>
              </a:defRPr>
            </a:pPr>
            <a:r>
              <a:t>Info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700" y="46482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Místo a doprava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200" y="5473700"/>
            <a:ext cx="10769600" cy="596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626773"/>
                </a:solidFill>
                <a:latin typeface="Arial"/>
              </a:defRPr>
            </a:pPr>
            <a:r>
              <a:t>Hledání → konkrétní obsah · Scény → jejich program</a:t>
            </a:r>
          </a:p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626773"/>
                </a:solidFill>
                <a:latin typeface="Arial"/>
              </a:defRPr>
            </a:pPr>
            <a:r>
              <a:t>Vstupenky → košík → dokončení → PDF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CÍL → POSTUP → VÝSLEDEK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Dva klíčové uživatelské scénáře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S1 / Na mobilu vybrat koncerty pro konkrétní den a scénu.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Program → den → River Stage → uložit → osobní program.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S2 / Podle známého jména zjistit, kdy interpret vystoupí.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Hledání DARKZY → detail → datum, čas a scéna koncertu.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ROZHODNUTÍ A JEJICH KONTROLA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Použití AI a ověření dat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AI: návrh struktury, textů a propojení dat.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Přijato: vazby přes ID; upraveno: obsah podle scénářů.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Odmítnuto: vlastní backend v čistě klientském zadání.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Ověření: počty, ID, reference a shoda exportu s XML.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02: Projektová specifikace a data</dc:title>
  <dc:subject>Dodatečně připravený milník podle zadání; nikoli doložená historie semestru.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