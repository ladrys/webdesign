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Představujeme Prague Pulse Fest, fiktivní třídenní hudební festival v Praze. Cílem webu je umožnit návštěvníkovi rychle zjistit, kdy a kde hrají oblíbené kapely, a připravit si vlastní program. Jde o aktuálně připravený podklad k milníku, ne doklad historického odevzdání. Základem je specifikace a XML datová základna. Zachováváme tři dny, tři scény a šedesát účinkujících; původní název, posun termínu na srpen 2027 a výraznější grafický směr vznikly z požadavku zadavatele. Současná datová základna obsahuje skutečné interprety jako navržený line-up; nejde o potvrzení jejich účasti. Noisia je pouze archivní poslechový blok.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Festival propojuje několik současných žánrů. První ročník se odehrává od prvního do třetího srpna 2027 ve fiktivně uspořádaném areálu Vltava Park u reálného Výstaviště Praha. XML obsahuje identitu festivalu, tři dny, tři scény, šedesát interpretů a šedesát programových položek. Každé vystoupení má odkaz na existující den, scénu a interpreta. Nejde tedy o čtyři nezávislé seznamy; vztahy lze zkontrolovat a použít pro program i detail kapely.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Hlavní skupiny definujeme podle konkrétní potřeby, nikoli jen věku. Návštěvník na telefonu potřebuje najít nejbližší koncert; fanoušek konkrétní kapely hledá známé jméno a čas. Lidé přijíždějící do Prahy potřebují praktické informace a zahraniční návštěvníci angličtinu. Pro každou potřebu máme jasnou funkci. Vedlejší tok umožní porovnat vstupenky a projít lokální objednávku. Na úvodu má být hned vidět název, datum a hlavní cesta do programu.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 úvodní stránky vedeme do programu, účinkujících a praktických informací. Detail interpreta neukončuje cestu: odkazuje na příslušný koncert, kde je datum a scéna. Scéna naopak propojuje lokalitu s jejím programem. Vyhledávání má samostatné výsledky, které míří na správný obsah. Objednávka je oddělená souvislá cesta od porovnání tarifů přes košík k PDF. Účet není podmínkou objednávky. Takto vzniká struktura podle úkolů uživatele, nikoli podle technických souborů.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První scénář řeší návštěvníka na telefonu, který zná den a scénu. Filtrovaný seznam mu umožní uložit koncert a později se vrátit k vlastnímu programu. Ve druhém scénáři návštěvník zadá jen název DARKZY, otevře DARKZY a zjistí čas i scénu koncertu. Očekávané výsledky jsou měřitelné: filtry nesmějí vracet jiné dny a oblíbené musí vydržet obnovení. Třetím scénářem ve specifikaci je objednávka hosta s výstupem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pomohla analyzovat zadání a připravit strukturu, texty i návrh datového propojení. Přijali jsme propojení podle ID a mobile-first přístup. Odmítli jsme vlastní backend, protože finální zadání vyžaduje čistě klientské řešení, a kopírování cizí značky. Builder kontroluje počty, unikátní identifikátory a existenci vazeb. Samotná AI kontrola ale nic nedokazuje, proto máme konkrétní validátory a navazující scénáře. Chybějící skutečné konzultace, schválení změn a týmovou historii nesmíme nahrazovat vymyšlenými tvrzeními.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02 / SPECIFIKACE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Festival začíná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u programu.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Prague Pulse Fest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1—3 / 08 / 2027 · Praha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02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IDENTITA A DATOVÝ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Jedna akce. Propojená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94000"/>
            <a:ext cx="2552700" cy="20955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festivalové dny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0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hudební scény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84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účinkujících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05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programových položek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5295900"/>
            <a:ext cx="11125200" cy="939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1.–3. srpna 2027 · Vltava Park / Výstaviště Praha</a:t>
            </a:r>
          </a:p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Rock, indie, pop, elektronika, hip-hop, jazz a folk.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POTŘEBY → FUNKCE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Pro koho web připravujeme?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Na cestě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Mobilní návštěvník potřebuje čas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a scénu bez procházení celého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webu.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Filtry programu a osobní výběr.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Za konkrétní kapelou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Fanoušek zná část názvu,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potřebuje zjistit, kdy kapela hraje.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Hledání, detail a související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koncert.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Poprvé v Praze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Návštěvník potřebuje dopravu,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orientaci a srozumitelný jazyk.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Info, mapa lokality a CZ / 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INFORMAČNÍ ARCHITEKTURA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Obsah má konkrétní vazby.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Úvod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Identita + datum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Den / scéna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Účinkující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Detail + koncert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Info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Doprava + místo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Hledání vede na odpovídající objekt.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Vstupenky → košík → dokončení → PDF; účet je doplňková cesta.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KLÍČOVÉ SCÉNÁŘE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Dva průchody, jasný výsledek.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S1 / Vybrat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Telefon → den 1 → River Stage → uložit koncert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osobní program.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Výsledek: správný výběr přetrvá po obnovení.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S2 / Najít kapelu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Dotaz „DARKZY“ → DARKZY → detail → vystoupení.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Výsledek: návštěvník zná datum, čas a scénu.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S3 navazuje: porovnat vstupenky, objednat jako host a stáhnout PDF.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POUŽITÍ AI A KONTROLA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AI návrh potřebuje důkaz.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Přijato / upraveno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AI: struktura, texty, propojení dat a vizuální návrh.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Vlastní identita festivalu; žádná kopie cizího loga.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Jak ověřujeme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Počty a unikátní ID. Existence každé reference. Shoda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exportu s XML.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Scénáře ověřují chování, ne jen vzhled.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Schválení redesignu a skutečnou historii semestru musí doložit tým.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02: Projektová specifikace a data</dc:title>
  <dc:subject>Dodatečně připravený milník podle zadání; nikoli doložená historie semestru.</dc:subject>
  <dc:creator>Prague Pulse Fest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